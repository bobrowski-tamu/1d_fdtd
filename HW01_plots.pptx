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6E53-56BA-814A-8403-E75ED1E6FA5E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C2B9-3FEE-8B44-8DEB-AB981DB5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03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6E53-56BA-814A-8403-E75ED1E6FA5E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C2B9-3FEE-8B44-8DEB-AB981DB5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6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6E53-56BA-814A-8403-E75ED1E6FA5E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C2B9-3FEE-8B44-8DEB-AB981DB5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6E53-56BA-814A-8403-E75ED1E6FA5E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C2B9-3FEE-8B44-8DEB-AB981DB5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3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6E53-56BA-814A-8403-E75ED1E6FA5E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C2B9-3FEE-8B44-8DEB-AB981DB5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4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6E53-56BA-814A-8403-E75ED1E6FA5E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C2B9-3FEE-8B44-8DEB-AB981DB5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7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6E53-56BA-814A-8403-E75ED1E6FA5E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C2B9-3FEE-8B44-8DEB-AB981DB5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1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6E53-56BA-814A-8403-E75ED1E6FA5E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C2B9-3FEE-8B44-8DEB-AB981DB5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63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6E53-56BA-814A-8403-E75ED1E6FA5E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C2B9-3FEE-8B44-8DEB-AB981DB5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80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6E53-56BA-814A-8403-E75ED1E6FA5E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C2B9-3FEE-8B44-8DEB-AB981DB5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047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86E53-56BA-814A-8403-E75ED1E6FA5E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C2B9-3FEE-8B44-8DEB-AB981DB5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2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86E53-56BA-814A-8403-E75ED1E6FA5E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8C2B9-3FEE-8B44-8DEB-AB981DB5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5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B69066AB-BE03-8799-86BA-F35B045B6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21" y="2386552"/>
            <a:ext cx="2892056" cy="2169042"/>
          </a:xfrm>
          <a:prstGeom prst="rect">
            <a:avLst/>
          </a:prstGeom>
        </p:spPr>
      </p:pic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7E4750D2-E170-A63F-E373-030BEE4AF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977" y="2386551"/>
            <a:ext cx="2892057" cy="2169043"/>
          </a:xfrm>
          <a:prstGeom prst="rect">
            <a:avLst/>
          </a:prstGeom>
        </p:spPr>
      </p:pic>
      <p:pic>
        <p:nvPicPr>
          <p:cNvPr id="11" name="Picture 10" descr="A graph of a number of blue lines&#10;&#10;AI-generated content may be incorrect.">
            <a:extLst>
              <a:ext uri="{FF2B5EF4-FFF2-40B4-BE49-F238E27FC236}">
                <a16:creationId xmlns:a16="http://schemas.microsoft.com/office/drawing/2014/main" id="{4993A880-962D-3FAF-6DAE-C606E42E7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033" y="2386550"/>
            <a:ext cx="2892058" cy="2169044"/>
          </a:xfrm>
          <a:prstGeom prst="rect">
            <a:avLst/>
          </a:prstGeom>
        </p:spPr>
      </p:pic>
      <p:pic>
        <p:nvPicPr>
          <p:cNvPr id="13" name="Picture 12" descr="A graph of a graph&#10;&#10;AI-generated content may be incorrect.">
            <a:extLst>
              <a:ext uri="{FF2B5EF4-FFF2-40B4-BE49-F238E27FC236}">
                <a16:creationId xmlns:a16="http://schemas.microsoft.com/office/drawing/2014/main" id="{F1C56C7F-5CB9-87B1-A6D1-D4948E004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23" y="217503"/>
            <a:ext cx="2892058" cy="2169044"/>
          </a:xfrm>
          <a:prstGeom prst="rect">
            <a:avLst/>
          </a:prstGeom>
        </p:spPr>
      </p:pic>
      <p:pic>
        <p:nvPicPr>
          <p:cNvPr id="15" name="Picture 14" descr="A graph of a graph&#10;&#10;AI-generated content may be incorrect.">
            <a:extLst>
              <a:ext uri="{FF2B5EF4-FFF2-40B4-BE49-F238E27FC236}">
                <a16:creationId xmlns:a16="http://schemas.microsoft.com/office/drawing/2014/main" id="{CA5EE5C9-4D83-3ABA-E110-26C706CAB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5977" y="217500"/>
            <a:ext cx="2892060" cy="2169045"/>
          </a:xfrm>
          <a:prstGeom prst="rect">
            <a:avLst/>
          </a:prstGeom>
        </p:spPr>
      </p:pic>
      <p:pic>
        <p:nvPicPr>
          <p:cNvPr id="17" name="Picture 16" descr="A graph of a graph&#10;&#10;AI-generated content may be incorrect.">
            <a:extLst>
              <a:ext uri="{FF2B5EF4-FFF2-40B4-BE49-F238E27FC236}">
                <a16:creationId xmlns:a16="http://schemas.microsoft.com/office/drawing/2014/main" id="{577D9EC6-0DDF-06E4-EE5D-EB19AB820A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8031" y="217499"/>
            <a:ext cx="2892060" cy="2169045"/>
          </a:xfrm>
          <a:prstGeom prst="rect">
            <a:avLst/>
          </a:prstGeom>
        </p:spPr>
      </p:pic>
      <p:pic>
        <p:nvPicPr>
          <p:cNvPr id="19" name="Picture 18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3E4D0095-5A39-14FC-FA4E-68D8B3A94C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913" y="4555597"/>
            <a:ext cx="2892060" cy="21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91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D9F8A98A-1174-8FC6-8C46-17422A84A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53" y="202013"/>
            <a:ext cx="2892057" cy="2169043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A8AF1124-E6EB-CDBC-A72E-67E4A7EE3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610" y="202012"/>
            <a:ext cx="2892057" cy="2169043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A084D740-117E-C2D7-D2CC-5F798EAFD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8667" y="202011"/>
            <a:ext cx="2892057" cy="2169043"/>
          </a:xfrm>
          <a:prstGeom prst="rect">
            <a:avLst/>
          </a:prstGeom>
        </p:spPr>
      </p:pic>
      <p:pic>
        <p:nvPicPr>
          <p:cNvPr id="12" name="Picture 11" descr="A graph of a graph&#10;&#10;AI-generated content may be incorrect.">
            <a:extLst>
              <a:ext uri="{FF2B5EF4-FFF2-40B4-BE49-F238E27FC236}">
                <a16:creationId xmlns:a16="http://schemas.microsoft.com/office/drawing/2014/main" id="{BA766E70-94E8-5803-0F62-64970409A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53" y="2371052"/>
            <a:ext cx="2892057" cy="2169043"/>
          </a:xfrm>
          <a:prstGeom prst="rect">
            <a:avLst/>
          </a:prstGeom>
        </p:spPr>
      </p:pic>
      <p:pic>
        <p:nvPicPr>
          <p:cNvPr id="14" name="Picture 13" descr="A graph of a graph&#10;&#10;AI-generated content may be incorrect.">
            <a:extLst>
              <a:ext uri="{FF2B5EF4-FFF2-40B4-BE49-F238E27FC236}">
                <a16:creationId xmlns:a16="http://schemas.microsoft.com/office/drawing/2014/main" id="{7AAE9EEE-E6E2-5023-8C13-57C701B50B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6610" y="2371050"/>
            <a:ext cx="2892057" cy="2169043"/>
          </a:xfrm>
          <a:prstGeom prst="rect">
            <a:avLst/>
          </a:prstGeom>
        </p:spPr>
      </p:pic>
      <p:pic>
        <p:nvPicPr>
          <p:cNvPr id="16" name="Picture 15" descr="A graph of a graph&#10;&#10;AI-generated content may be incorrect.">
            <a:extLst>
              <a:ext uri="{FF2B5EF4-FFF2-40B4-BE49-F238E27FC236}">
                <a16:creationId xmlns:a16="http://schemas.microsoft.com/office/drawing/2014/main" id="{E5C676BD-42D9-800C-0E0D-0910863B6A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8666" y="2371049"/>
            <a:ext cx="2892057" cy="2169043"/>
          </a:xfrm>
          <a:prstGeom prst="rect">
            <a:avLst/>
          </a:prstGeom>
        </p:spPr>
      </p:pic>
      <p:pic>
        <p:nvPicPr>
          <p:cNvPr id="18" name="Picture 17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1ED6C291-2AF8-89FB-8F38-74491A0EB2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552" y="4540087"/>
            <a:ext cx="2892057" cy="216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99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Macintosh PowerPoint</Application>
  <PresentationFormat>Letter Paper (8.5x11 in)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Bobrowski, Marvin</dc:creator>
  <cp:lastModifiedBy>Bobrowski, Marvin</cp:lastModifiedBy>
  <cp:revision>1</cp:revision>
  <cp:lastPrinted>2026-02-04T21:29:42Z</cp:lastPrinted>
  <dcterms:created xsi:type="dcterms:W3CDTF">2026-02-04T21:20:34Z</dcterms:created>
  <dcterms:modified xsi:type="dcterms:W3CDTF">2026-02-04T21:33:10Z</dcterms:modified>
</cp:coreProperties>
</file>