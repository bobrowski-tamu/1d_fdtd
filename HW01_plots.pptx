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7" r:id="rId2"/>
    <p:sldId id="258" r:id="rId3"/>
  </p:sldIdLst>
  <p:sldSz cx="9144000" cy="6858000" type="letter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337"/>
    <p:restoredTop sz="94696"/>
  </p:normalViewPr>
  <p:slideViewPr>
    <p:cSldViewPr snapToGrid="0">
      <p:cViewPr varScale="1">
        <p:scale>
          <a:sx n="194" d="100"/>
          <a:sy n="194" d="100"/>
        </p:scale>
        <p:origin x="24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86E53-56BA-814A-8403-E75ED1E6FA5E}" type="datetimeFigureOut">
              <a:rPr lang="en-US" smtClean="0"/>
              <a:t>2/6/26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8C2B9-3FEE-8B44-8DEB-AB981DB50E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95039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86E53-56BA-814A-8403-E75ED1E6FA5E}" type="datetimeFigureOut">
              <a:rPr lang="en-US" smtClean="0"/>
              <a:t>2/6/26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8C2B9-3FEE-8B44-8DEB-AB981DB50E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2268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86E53-56BA-814A-8403-E75ED1E6FA5E}" type="datetimeFigureOut">
              <a:rPr lang="en-US" smtClean="0"/>
              <a:t>2/6/26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8C2B9-3FEE-8B44-8DEB-AB981DB50E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1037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86E53-56BA-814A-8403-E75ED1E6FA5E}" type="datetimeFigureOut">
              <a:rPr lang="en-US" smtClean="0"/>
              <a:t>2/6/26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8C2B9-3FEE-8B44-8DEB-AB981DB50E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1738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86E53-56BA-814A-8403-E75ED1E6FA5E}" type="datetimeFigureOut">
              <a:rPr lang="en-US" smtClean="0"/>
              <a:t>2/6/26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8C2B9-3FEE-8B44-8DEB-AB981DB50E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12499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86E53-56BA-814A-8403-E75ED1E6FA5E}" type="datetimeFigureOut">
              <a:rPr lang="en-US" smtClean="0"/>
              <a:t>2/6/26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8C2B9-3FEE-8B44-8DEB-AB981DB50E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38758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86E53-56BA-814A-8403-E75ED1E6FA5E}" type="datetimeFigureOut">
              <a:rPr lang="en-US" smtClean="0"/>
              <a:t>2/6/26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8C2B9-3FEE-8B44-8DEB-AB981DB50E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312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86E53-56BA-814A-8403-E75ED1E6FA5E}" type="datetimeFigureOut">
              <a:rPr lang="en-US" smtClean="0"/>
              <a:t>2/6/26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8C2B9-3FEE-8B44-8DEB-AB981DB50E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4638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86E53-56BA-814A-8403-E75ED1E6FA5E}" type="datetimeFigureOut">
              <a:rPr lang="en-US" smtClean="0"/>
              <a:t>2/6/26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8C2B9-3FEE-8B44-8DEB-AB981DB50E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66803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86E53-56BA-814A-8403-E75ED1E6FA5E}" type="datetimeFigureOut">
              <a:rPr lang="en-US" smtClean="0"/>
              <a:t>2/6/26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8C2B9-3FEE-8B44-8DEB-AB981DB50E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70475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86E53-56BA-814A-8403-E75ED1E6FA5E}" type="datetimeFigureOut">
              <a:rPr lang="en-US" smtClean="0"/>
              <a:t>2/6/26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8C2B9-3FEE-8B44-8DEB-AB981DB50E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7231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5E86E53-56BA-814A-8403-E75ED1E6FA5E}" type="datetimeFigureOut">
              <a:rPr lang="en-US" smtClean="0"/>
              <a:t>2/6/26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DE8C2B9-3FEE-8B44-8DEB-AB981DB50E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85530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graph&#10;&#10;AI-generated content may be incorrect.">
            <a:extLst>
              <a:ext uri="{FF2B5EF4-FFF2-40B4-BE49-F238E27FC236}">
                <a16:creationId xmlns:a16="http://schemas.microsoft.com/office/drawing/2014/main" id="{FCBC2325-D0E7-003D-DD09-D08F7B730B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912" y="2386549"/>
            <a:ext cx="2892061" cy="2169046"/>
          </a:xfrm>
          <a:prstGeom prst="rect">
            <a:avLst/>
          </a:prstGeom>
        </p:spPr>
      </p:pic>
      <p:pic>
        <p:nvPicPr>
          <p:cNvPr id="5" name="Picture 4" descr="A graph of a graph&#10;&#10;AI-generated content may be incorrect.">
            <a:extLst>
              <a:ext uri="{FF2B5EF4-FFF2-40B4-BE49-F238E27FC236}">
                <a16:creationId xmlns:a16="http://schemas.microsoft.com/office/drawing/2014/main" id="{54BA8914-0B24-A89B-3B5C-74F8007DE1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5968" y="2386549"/>
            <a:ext cx="2892061" cy="2169046"/>
          </a:xfrm>
          <a:prstGeom prst="rect">
            <a:avLst/>
          </a:prstGeom>
        </p:spPr>
      </p:pic>
      <p:pic>
        <p:nvPicPr>
          <p:cNvPr id="8" name="Picture 7" descr="A graph of a number of blue lines&#10;&#10;AI-generated content may be incorrect.">
            <a:extLst>
              <a:ext uri="{FF2B5EF4-FFF2-40B4-BE49-F238E27FC236}">
                <a16:creationId xmlns:a16="http://schemas.microsoft.com/office/drawing/2014/main" id="{AAF9EC10-76BA-8B27-A3EF-C606FCA349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8029" y="2386549"/>
            <a:ext cx="2892061" cy="2169046"/>
          </a:xfrm>
          <a:prstGeom prst="rect">
            <a:avLst/>
          </a:prstGeom>
        </p:spPr>
      </p:pic>
      <p:pic>
        <p:nvPicPr>
          <p:cNvPr id="12" name="Picture 11" descr="A graph of a graph&#10;&#10;AI-generated content may be incorrect.">
            <a:extLst>
              <a:ext uri="{FF2B5EF4-FFF2-40B4-BE49-F238E27FC236}">
                <a16:creationId xmlns:a16="http://schemas.microsoft.com/office/drawing/2014/main" id="{F98D23CF-1DB7-5213-B697-60B720BA9F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3911" y="217502"/>
            <a:ext cx="2892062" cy="2169047"/>
          </a:xfrm>
          <a:prstGeom prst="rect">
            <a:avLst/>
          </a:prstGeom>
        </p:spPr>
      </p:pic>
      <p:pic>
        <p:nvPicPr>
          <p:cNvPr id="16" name="Picture 15" descr="A graph of a graph&#10;&#10;AI-generated content may be incorrect.">
            <a:extLst>
              <a:ext uri="{FF2B5EF4-FFF2-40B4-BE49-F238E27FC236}">
                <a16:creationId xmlns:a16="http://schemas.microsoft.com/office/drawing/2014/main" id="{1C21A8C9-3937-736F-0712-C40F6A72CA7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25968" y="217501"/>
            <a:ext cx="2892063" cy="2169047"/>
          </a:xfrm>
          <a:prstGeom prst="rect">
            <a:avLst/>
          </a:prstGeom>
        </p:spPr>
      </p:pic>
      <p:pic>
        <p:nvPicPr>
          <p:cNvPr id="20" name="Picture 19" descr="A graph of a number of lines&#10;&#10;AI-generated content may be incorrect.">
            <a:extLst>
              <a:ext uri="{FF2B5EF4-FFF2-40B4-BE49-F238E27FC236}">
                <a16:creationId xmlns:a16="http://schemas.microsoft.com/office/drawing/2014/main" id="{D098738C-97E0-AF2A-121F-2E59443ECAB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18028" y="217501"/>
            <a:ext cx="2892062" cy="2169047"/>
          </a:xfrm>
          <a:prstGeom prst="rect">
            <a:avLst/>
          </a:prstGeom>
        </p:spPr>
      </p:pic>
      <p:pic>
        <p:nvPicPr>
          <p:cNvPr id="22" name="Picture 21" descr="A graph with lines and numbers&#10;&#10;AI-generated content may be incorrect.">
            <a:extLst>
              <a:ext uri="{FF2B5EF4-FFF2-40B4-BE49-F238E27FC236}">
                <a16:creationId xmlns:a16="http://schemas.microsoft.com/office/drawing/2014/main" id="{FB92AC48-6250-9670-B762-3579D3CB692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33905" y="4555596"/>
            <a:ext cx="2892061" cy="2169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40916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graph&#10;&#10;AI-generated content may be incorrect.">
            <a:extLst>
              <a:ext uri="{FF2B5EF4-FFF2-40B4-BE49-F238E27FC236}">
                <a16:creationId xmlns:a16="http://schemas.microsoft.com/office/drawing/2014/main" id="{17C47F7D-8641-F49F-8D7F-FA13CEC93E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552" y="2371049"/>
            <a:ext cx="2892057" cy="2169043"/>
          </a:xfrm>
          <a:prstGeom prst="rect">
            <a:avLst/>
          </a:prstGeom>
        </p:spPr>
      </p:pic>
      <p:pic>
        <p:nvPicPr>
          <p:cNvPr id="5" name="Picture 4" descr="A graph of a graph&#10;&#10;AI-generated content may be incorrect.">
            <a:extLst>
              <a:ext uri="{FF2B5EF4-FFF2-40B4-BE49-F238E27FC236}">
                <a16:creationId xmlns:a16="http://schemas.microsoft.com/office/drawing/2014/main" id="{F990D974-E957-230E-C540-A24F18412C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6609" y="2371049"/>
            <a:ext cx="2892059" cy="2169044"/>
          </a:xfrm>
          <a:prstGeom prst="rect">
            <a:avLst/>
          </a:prstGeom>
        </p:spPr>
      </p:pic>
      <p:pic>
        <p:nvPicPr>
          <p:cNvPr id="9" name="Picture 8" descr="A graph of a graph&#10;&#10;AI-generated content may be incorrect.">
            <a:extLst>
              <a:ext uri="{FF2B5EF4-FFF2-40B4-BE49-F238E27FC236}">
                <a16:creationId xmlns:a16="http://schemas.microsoft.com/office/drawing/2014/main" id="{850D12AA-E92A-2AA0-8EA6-51F02A2E56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8666" y="2371049"/>
            <a:ext cx="2892059" cy="2169044"/>
          </a:xfrm>
          <a:prstGeom prst="rect">
            <a:avLst/>
          </a:prstGeom>
        </p:spPr>
      </p:pic>
      <p:pic>
        <p:nvPicPr>
          <p:cNvPr id="13" name="Picture 12" descr="A graph of a graph&#10;&#10;AI-generated content may be incorrect.">
            <a:extLst>
              <a:ext uri="{FF2B5EF4-FFF2-40B4-BE49-F238E27FC236}">
                <a16:creationId xmlns:a16="http://schemas.microsoft.com/office/drawing/2014/main" id="{5584D5B6-4330-23B3-A061-A23005C461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4551" y="202003"/>
            <a:ext cx="2892060" cy="2169045"/>
          </a:xfrm>
          <a:prstGeom prst="rect">
            <a:avLst/>
          </a:prstGeom>
        </p:spPr>
      </p:pic>
      <p:pic>
        <p:nvPicPr>
          <p:cNvPr id="17" name="Picture 16" descr="A graph of a graph&#10;&#10;AI-generated content may be incorrect.">
            <a:extLst>
              <a:ext uri="{FF2B5EF4-FFF2-40B4-BE49-F238E27FC236}">
                <a16:creationId xmlns:a16="http://schemas.microsoft.com/office/drawing/2014/main" id="{BCD9B37E-3BEB-BFAF-B43E-C599902700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36608" y="202002"/>
            <a:ext cx="2892059" cy="2169044"/>
          </a:xfrm>
          <a:prstGeom prst="rect">
            <a:avLst/>
          </a:prstGeom>
        </p:spPr>
      </p:pic>
      <p:pic>
        <p:nvPicPr>
          <p:cNvPr id="20" name="Picture 19" descr="A graph of a graph&#10;&#10;AI-generated content may be incorrect.">
            <a:extLst>
              <a:ext uri="{FF2B5EF4-FFF2-40B4-BE49-F238E27FC236}">
                <a16:creationId xmlns:a16="http://schemas.microsoft.com/office/drawing/2014/main" id="{6BEEBC12-A9E6-3706-A13E-FBC345BC0BA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28665" y="202001"/>
            <a:ext cx="2892060" cy="2169045"/>
          </a:xfrm>
          <a:prstGeom prst="rect">
            <a:avLst/>
          </a:prstGeom>
        </p:spPr>
      </p:pic>
      <p:pic>
        <p:nvPicPr>
          <p:cNvPr id="22" name="Picture 21" descr="A graph with numbers and lines&#10;&#10;AI-generated content may be incorrect.">
            <a:extLst>
              <a:ext uri="{FF2B5EF4-FFF2-40B4-BE49-F238E27FC236}">
                <a16:creationId xmlns:a16="http://schemas.microsoft.com/office/drawing/2014/main" id="{8A64CF3E-E13B-270D-4C7E-EDC4D7F85E8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4551" y="4540092"/>
            <a:ext cx="2892059" cy="2169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77996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17</TotalTime>
  <Words>0</Words>
  <Application>Microsoft Macintosh PowerPoint</Application>
  <PresentationFormat>Letter Paper (8.5x11 in)</PresentationFormat>
  <Paragraphs>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Bobrowski, Marvin</dc:creator>
  <cp:lastModifiedBy>Bobrowski, Marvin</cp:lastModifiedBy>
  <cp:revision>2</cp:revision>
  <cp:lastPrinted>2026-02-04T21:29:42Z</cp:lastPrinted>
  <dcterms:created xsi:type="dcterms:W3CDTF">2026-02-04T21:20:34Z</dcterms:created>
  <dcterms:modified xsi:type="dcterms:W3CDTF">2026-02-06T23:43:19Z</dcterms:modified>
</cp:coreProperties>
</file>